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68680" y="457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8031175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Brochure  ·  2026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78728" y="868680"/>
            <a:ext cx="5410048" cy="4983480"/>
          </a:xfrm>
          <a:prstGeom prst="ellipse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95130" y="5326380"/>
            <a:ext cx="4977244" cy="868680"/>
          </a:xfrm>
          <a:prstGeom prst="roundRect">
            <a:avLst>
              <a:gd name="adj" fmla="val 12632"/>
            </a:avLst>
          </a:prstGeom>
          <a:solidFill>
            <a:srgbClr val="FDFCF9"/>
          </a:solidFill>
          <a:ln w="9525">
            <a:solidFill>
              <a:srgbClr val="E8E1D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8010" y="5490972"/>
            <a:ext cx="11104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LOCATION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678010" y="5692140"/>
            <a:ext cx="11104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Juhu, Mumbai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88451" y="5490972"/>
            <a:ext cx="11104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TYPE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788451" y="5692140"/>
            <a:ext cx="11104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hostel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898892" y="5490972"/>
            <a:ext cx="11104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STARTS FROM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8898892" y="5692140"/>
            <a:ext cx="111044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 6,000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192213" y="5554980"/>
            <a:ext cx="1097280" cy="411480"/>
          </a:xfrm>
          <a:prstGeom prst="roundRect">
            <a:avLst>
              <a:gd name="adj" fmla="val 48889"/>
            </a:avLst>
          </a:prstGeom>
          <a:solidFill>
            <a:srgbClr val="1A1A1A"/>
          </a:solidFill>
          <a:ln/>
        </p:spPr>
      </p:sp>
      <p:sp>
        <p:nvSpPr>
          <p:cNvPr id="15" name="Text 11"/>
          <p:cNvSpPr/>
          <p:nvPr/>
        </p:nvSpPr>
        <p:spPr>
          <a:xfrm>
            <a:off x="10192213" y="55549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FCF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Enquire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978408"/>
            <a:ext cx="3657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3"/>
          <p:cNvSpPr/>
          <p:nvPr/>
        </p:nvSpPr>
        <p:spPr>
          <a:xfrm>
            <a:off x="1005840" y="914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02920" y="1280160"/>
            <a:ext cx="5410048" cy="982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Discover a home built on trust and elegance.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02920" y="3108960"/>
            <a:ext cx="54100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 Hostel Juhu blends modern student living with seamless experiences — a calm address designed for focus, community, and the rhythm of academic life in Juhu, Mumbai.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02920" y="4754880"/>
            <a:ext cx="5410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 Hostel Juhu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02920" y="5349240"/>
            <a:ext cx="5410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Near Juhu Beach, Juhu, Mumbai, Maharashtra 400049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502920" y="6446520"/>
            <a:ext cx="201168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3" name="Text 19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·  9820571030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0774375" y="6565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68680" y="457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8031175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Brochure  · 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978408"/>
            <a:ext cx="3657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914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 HSQUARE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54100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new standard for student living.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54100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 creates curated student residences that blend timeless design, dependable service, and genuine community. Every home is hand-picked for safety, location, and the calm focus that academic life demands.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78728" y="1280160"/>
            <a:ext cx="1352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5,000+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78728" y="1874520"/>
            <a:ext cx="1352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HAPPY RESIDENTS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631240" y="1280160"/>
            <a:ext cx="1352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15+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631240" y="1874520"/>
            <a:ext cx="1352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PROPERTIES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8983751" y="1280160"/>
            <a:ext cx="1352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983751" y="1874520"/>
            <a:ext cx="1352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SATISFACTION RATE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336263" y="1280160"/>
            <a:ext cx="1352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24/7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10336263" y="1874520"/>
            <a:ext cx="1352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SUPPORT &amp; SECURITY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02920" y="4114800"/>
            <a:ext cx="3576218" cy="2103120"/>
          </a:xfrm>
          <a:prstGeom prst="roundRect">
            <a:avLst>
              <a:gd name="adj" fmla="val 6522"/>
            </a:avLst>
          </a:prstGeom>
          <a:solidFill>
            <a:srgbClr val="F6F0E2"/>
          </a:solidFill>
          <a:ln w="9525">
            <a:solidFill>
              <a:srgbClr val="E8E1D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7240" y="4389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FCF9"/>
          </a:solidFill>
          <a:ln/>
        </p:spPr>
      </p:sp>
      <p:sp>
        <p:nvSpPr>
          <p:cNvPr id="20" name="Shape 17"/>
          <p:cNvSpPr/>
          <p:nvPr/>
        </p:nvSpPr>
        <p:spPr>
          <a:xfrm>
            <a:off x="896112" y="45079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98348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Curated Residences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77240" y="5394960"/>
            <a:ext cx="3027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Hsquare property is hand-picked for safety, design, and proximity to leading colleges and transit.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07738" y="4114800"/>
            <a:ext cx="3576218" cy="2103120"/>
          </a:xfrm>
          <a:prstGeom prst="roundRect">
            <a:avLst>
              <a:gd name="adj" fmla="val 6522"/>
            </a:avLst>
          </a:prstGeom>
          <a:solidFill>
            <a:srgbClr val="F6F0E2"/>
          </a:solidFill>
          <a:ln w="9525">
            <a:solidFill>
              <a:srgbClr val="E8E1D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82058" y="4389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FCF9"/>
          </a:solidFill>
          <a:ln/>
        </p:spPr>
      </p:sp>
      <p:sp>
        <p:nvSpPr>
          <p:cNvPr id="25" name="Shape 22"/>
          <p:cNvSpPr/>
          <p:nvPr/>
        </p:nvSpPr>
        <p:spPr>
          <a:xfrm>
            <a:off x="4700930" y="45079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4582058" y="498348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Flexible Stays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582058" y="5394960"/>
            <a:ext cx="3027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Choose monthly, semester, or annual plans with transparent pricing and zero hidden fees.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112557" y="4114800"/>
            <a:ext cx="3576218" cy="2103120"/>
          </a:xfrm>
          <a:prstGeom prst="roundRect">
            <a:avLst>
              <a:gd name="adj" fmla="val 6522"/>
            </a:avLst>
          </a:prstGeom>
          <a:solidFill>
            <a:srgbClr val="F6F0E2"/>
          </a:solidFill>
          <a:ln w="9525">
            <a:solidFill>
              <a:srgbClr val="E8E1D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86877" y="4389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DFCF9"/>
          </a:solidFill>
          <a:ln/>
        </p:spPr>
      </p:sp>
      <p:sp>
        <p:nvSpPr>
          <p:cNvPr id="30" name="Shape 27"/>
          <p:cNvSpPr/>
          <p:nvPr/>
        </p:nvSpPr>
        <p:spPr>
          <a:xfrm>
            <a:off x="8505749" y="4507992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1" name="Text 28"/>
          <p:cNvSpPr/>
          <p:nvPr/>
        </p:nvSpPr>
        <p:spPr>
          <a:xfrm>
            <a:off x="8386877" y="498348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On-Demand Care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8386877" y="5394960"/>
            <a:ext cx="30275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dedicated 24/7 service team trained for everything from maintenance and laundry to meals.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6446520"/>
            <a:ext cx="201168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·  9820571030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0774375" y="6565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68680" y="457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8031175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Brochure  ·  2026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14400"/>
            <a:ext cx="5410048" cy="5029200"/>
          </a:xfrm>
          <a:prstGeom prst="ellipse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78728" y="978408"/>
            <a:ext cx="3657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4"/>
          <p:cNvSpPr/>
          <p:nvPr/>
        </p:nvSpPr>
        <p:spPr>
          <a:xfrm>
            <a:off x="6781648" y="914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278728" y="1280160"/>
            <a:ext cx="541004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residence crafted for student living.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278728" y="2468880"/>
            <a:ext cx="54100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Designed with intention — every detail of this residence supports rest, study, and connection. Curated common areas, considered amenities, and a service team obsessed with the small things.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78728" y="5897880"/>
            <a:ext cx="5410048" cy="365760"/>
          </a:xfrm>
          <a:prstGeom prst="roundRect">
            <a:avLst>
              <a:gd name="adj" fmla="val 20000"/>
            </a:avLst>
          </a:prstGeom>
          <a:solidFill>
            <a:srgbClr val="F2EBDD"/>
          </a:solidFill>
          <a:ln/>
        </p:spPr>
      </p:sp>
      <p:sp>
        <p:nvSpPr>
          <p:cNvPr id="12" name="Text 8"/>
          <p:cNvSpPr/>
          <p:nvPr/>
        </p:nvSpPr>
        <p:spPr>
          <a:xfrm>
            <a:off x="6461608" y="589788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Juhu, Mumbai   ·   9820571030   ·   juhu@hsquareliving.com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02920" y="6446520"/>
            <a:ext cx="201168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·  9820571030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0774375" y="6565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68680" y="457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8031175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Brochure  · 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978408"/>
            <a:ext cx="3657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914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AMENITIES &amp; FACILITIES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11185855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What's Included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2468880"/>
            <a:ext cx="531860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24/7 Security with CCTV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La Carte Menu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Spacious Rooms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Eating Areas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Doctor on Call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Wifi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Daily Housekeeping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Power Backup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70168" y="2468880"/>
            <a:ext cx="531860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Lift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 Parking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Wardrobe or Closet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 Towels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 Linen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 NOC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 Extinguishers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 Exit</a:t>
            </a:r>
            <a:endParaRPr lang="en-US" sz="1200" dirty="0"/>
          </a:p>
          <a:p>
            <a:pPr marL="342900" indent="-342900">
              <a:lnSpc>
                <a:spcPct val="155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Guard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201168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·  9820571030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74375" y="6565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68680" y="457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8031175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Brochure  ·  2026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978408"/>
            <a:ext cx="3657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914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PACKAGES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" y="1280160"/>
            <a:ext cx="11185855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Plans &amp; Pricing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5478628" cy="1691640"/>
          </a:xfrm>
          <a:prstGeom prst="roundRect">
            <a:avLst>
              <a:gd name="adj" fmla="val 8108"/>
            </a:avLst>
          </a:prstGeom>
          <a:solidFill>
            <a:srgbClr val="F6F0E2"/>
          </a:solidFill>
          <a:ln w="9525">
            <a:solidFill>
              <a:srgbClr val="E8E1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2651760"/>
            <a:ext cx="973836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651760"/>
            <a:ext cx="9738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ESSENTIAL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1520" y="2971800"/>
            <a:ext cx="301324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HIGHLANDER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3337560"/>
            <a:ext cx="301324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Essentials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" y="3794760"/>
            <a:ext cx="50214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Occupancy Triple Sharing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968302" y="2926080"/>
            <a:ext cx="27846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 5,25,000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968302" y="3383280"/>
            <a:ext cx="278464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month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210148" y="2468880"/>
            <a:ext cx="5478628" cy="1691640"/>
          </a:xfrm>
          <a:prstGeom prst="roundRect">
            <a:avLst>
              <a:gd name="adj" fmla="val 8108"/>
            </a:avLst>
          </a:prstGeom>
          <a:solidFill>
            <a:srgbClr val="F6F0E2"/>
          </a:solidFill>
          <a:ln w="9525">
            <a:solidFill>
              <a:srgbClr val="E8E1D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38748" y="265176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</p:sp>
      <p:sp>
        <p:nvSpPr>
          <p:cNvPr id="19" name="Text 16"/>
          <p:cNvSpPr/>
          <p:nvPr/>
        </p:nvSpPr>
        <p:spPr>
          <a:xfrm>
            <a:off x="6438748" y="2651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38748" y="2971800"/>
            <a:ext cx="301324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STERLING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38748" y="3337560"/>
            <a:ext cx="301324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38748" y="3794760"/>
            <a:ext cx="50214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Occupancy Triple Sharing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675530" y="2926080"/>
            <a:ext cx="278464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 5,75,000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675530" y="3383280"/>
            <a:ext cx="278464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 month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02920" y="6446520"/>
            <a:ext cx="201168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·  9820571030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565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9260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Hsquare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68680" y="4572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PREMIUM STUDENT RESIDENCES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8031175" y="365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Property Brochure  ·  2026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914400"/>
            <a:ext cx="11185855" cy="2880360"/>
          </a:xfrm>
          <a:prstGeom prst="ellipse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02920" y="4087368"/>
            <a:ext cx="3657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4"/>
          <p:cNvSpPr/>
          <p:nvPr/>
        </p:nvSpPr>
        <p:spPr>
          <a:xfrm>
            <a:off x="1005840" y="40233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2920" y="4389120"/>
            <a:ext cx="5410048" cy="8115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Perfectly Connected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02920" y="4937760"/>
            <a:ext cx="541004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Near Juhu Beach, Juhu, Mumbai, Maharashtra 400049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278728" y="4389120"/>
            <a:ext cx="5410048" cy="1554480"/>
          </a:xfrm>
          <a:prstGeom prst="roundRect">
            <a:avLst>
              <a:gd name="adj" fmla="val 10588"/>
            </a:avLst>
          </a:prstGeom>
          <a:solidFill>
            <a:srgbClr val="1A1A1A"/>
          </a:solidFill>
          <a:ln/>
        </p:spPr>
      </p:sp>
      <p:sp>
        <p:nvSpPr>
          <p:cNvPr id="12" name="Text 8"/>
          <p:cNvSpPr/>
          <p:nvPr/>
        </p:nvSpPr>
        <p:spPr>
          <a:xfrm>
            <a:off x="6598768" y="461772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CF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Reserve your residence today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98768" y="51206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 Hostel Juhu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98768" y="5486400"/>
            <a:ext cx="476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F3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 ·   9820571030   ·   juhu@hsquareliving.com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2920" y="6446520"/>
            <a:ext cx="201168" cy="18288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hsquare.in  ·  9820571030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10774375" y="65653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D6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Hsquareliving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Hsquare Hostel Juhu</dc:title>
  <dc:subject>PptxGenJS Presentation</dc:subject>
  <dc:creator>PptxGenJS</dc:creator>
  <cp:lastModifiedBy>PptxGenJS</cp:lastModifiedBy>
  <cp:revision>1</cp:revision>
  <dcterms:created xsi:type="dcterms:W3CDTF">2026-04-23T12:08:43Z</dcterms:created>
  <dcterms:modified xsi:type="dcterms:W3CDTF">2026-04-23T12:08:43Z</dcterms:modified>
</cp:coreProperties>
</file>